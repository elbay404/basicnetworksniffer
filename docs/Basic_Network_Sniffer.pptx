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elbay@kali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:~$ sudo python3 main.py --detect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148840"/>
            <a:ext cx="1188720" cy="118872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4" name="Image 0" descr="/home/claude/deck/icon_terminal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" y="245790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520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NETWORK SNIFFER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4434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packets, decoding protocols, and catching the occasional villain — in Python.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Task 1  |  Bayrem Ben Arous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COVERING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“what's a packet” to “why is my TLS check lying to me”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5" name="Image 0" descr="/home/claude/deck/icon_search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200527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82880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sniff traffic at all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126480" y="1874520"/>
            <a:ext cx="502920" cy="50292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8" name="Image 1" descr="/home/claude/deck/icon_code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239" y="2005279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12280" y="182880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build one: raw sockets vs. Scapy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11" name="Image 2" descr="/home/claude/deck/icon_networ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2965399"/>
            <a:ext cx="241402" cy="24140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278892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captured packet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126480" y="2834640"/>
            <a:ext cx="502920" cy="50292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14" name="Image 3" descr="/home/claude/deck/icon_loc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239" y="2965399"/>
            <a:ext cx="241402" cy="24140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12280" y="278892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TLS lets you see (and what it doesn't)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17" name="Image 4" descr="/home/claude/deck/icon_shield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" y="3925519"/>
            <a:ext cx="241402" cy="24140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25880" y="374904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the sniffer to spot trouble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126480" y="3794760"/>
            <a:ext cx="502920" cy="50292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20" name="Image 5" descr="/home/claude/deck/icon_bug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7239" y="3925519"/>
            <a:ext cx="241402" cy="24140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12280" y="374904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stories: three real bugs, three real fixes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640080" y="4754880"/>
            <a:ext cx="502920" cy="50292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23" name="Image 6" descr="/home/claude/deck/icon_save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839" y="4885639"/>
            <a:ext cx="241402" cy="24140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325880" y="470916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evidence with pcap + Wireshark</a:t>
            </a:r>
            <a:endParaRPr lang="en-US" sz="1400" dirty="0"/>
          </a:p>
        </p:txBody>
      </p:sp>
      <p:sp>
        <p:nvSpPr>
          <p:cNvPr id="25" name="Shape 16"/>
          <p:cNvSpPr/>
          <p:nvPr/>
        </p:nvSpPr>
        <p:spPr>
          <a:xfrm>
            <a:off x="6126480" y="4754880"/>
            <a:ext cx="502920" cy="50292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26" name="Image 7" descr="/home/claude/deck/icon_rocket_gre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7239" y="4885639"/>
            <a:ext cx="241402" cy="24140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812280" y="470916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actually proves</a:t>
            </a:r>
            <a:endParaRPr lang="en-US" sz="1400" dirty="0"/>
          </a:p>
        </p:txBody>
      </p:sp>
      <p:sp>
        <p:nvSpPr>
          <p:cNvPr id="28" name="Text 1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NETWORK SNIFFER</a:t>
            </a:r>
            <a:endParaRPr lang="en-US" sz="900" dirty="0"/>
          </a:p>
        </p:txBody>
      </p:sp>
      <p:sp>
        <p:nvSpPr>
          <p:cNvPr id="29" name="Text 1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OS hides most of the internet from you.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project un-hides it.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sniffer reads every packet crossing your interface — the traffic your browser and OS normally process silently. It's the same core idea behind Wireshark and tcpdump, built from scratch to actually understand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6" name="Image 0" descr="/home/claude/deck/icon_fingerprint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6850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35478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who your machine actually talks to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9" name="Image 1" descr="/home/claude/deck/icon_networ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46227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432511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real protocols happen — TCP handshakes, DNS lookups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12" name="Image 2" descr="/home/claude/deck/icon_shield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23951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510235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foundation of real security tooling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7680960" y="2148840"/>
            <a:ext cx="3840480" cy="3794760"/>
          </a:xfrm>
          <a:prstGeom prst="roundRect">
            <a:avLst>
              <a:gd name="adj" fmla="val 2892"/>
            </a:avLst>
          </a:prstGeom>
          <a:solidFill>
            <a:srgbClr val="161B22"/>
          </a:solidFill>
          <a:ln/>
        </p:spPr>
      </p:sp>
      <p:sp>
        <p:nvSpPr>
          <p:cNvPr id="15" name="Shape 10"/>
          <p:cNvSpPr/>
          <p:nvPr/>
        </p:nvSpPr>
        <p:spPr>
          <a:xfrm>
            <a:off x="8001000" y="2468880"/>
            <a:ext cx="640080" cy="64008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16" name="Image 3" descr="/home/claude/deck/icon_eyeslash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7421" y="2635301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0100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can't do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8001000" y="365760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HTTPS. Ever.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traffic stays encrypted — and honestly, that's the correct, reassuring outcome, not a missing feature.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NETWORK SNIFFER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it the hard way first — on purpose.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03120"/>
            <a:ext cx="640080" cy="64008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6" name="Image 0" descr="/home/claude/deck/icon_code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2695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2128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raw_sniffer.py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“build your own X-ray machine” version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333756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socket + struct, nothing else
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unpacks Ethernet / IP / TCP headers, byte by byte
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bit-shift TCP flags out of a raw integer yourself
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~140 lines just to parse headers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178308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161B22"/>
          </a:solidFill>
          <a:ln/>
        </p:spPr>
      </p:sp>
      <p:sp>
        <p:nvSpPr>
          <p:cNvPr id="11" name="Shape 8"/>
          <p:cNvSpPr/>
          <p:nvPr/>
        </p:nvSpPr>
        <p:spPr>
          <a:xfrm>
            <a:off x="6629400" y="2103120"/>
            <a:ext cx="640080" cy="64008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12" name="Image 1" descr="/home/claude/deck/icon_rocket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821" y="226954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2128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F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 + utils.py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62940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“actually ship it” version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629400" y="333756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 parses every layer for you
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BPF filters — same syntax as tcpdump/Wireshark
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Extensible: TLS decode, DNS decode, live threat alerts
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 lines, and it's the one we kept extending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NETWORK SNIFFER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ORGANIZED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files. No spaghetti in sight.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010409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11680"/>
            <a:ext cx="146304" cy="14630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201168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2011680"/>
            <a:ext cx="146304" cy="146304"/>
          </a:xfrm>
          <a:prstGeom prst="ellipse">
            <a:avLst/>
          </a:prstGeom>
          <a:solidFill>
            <a:srgbClr val="00FF9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2316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0F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Basic-Network-Sniffer/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0F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main.py         entry point (Scapy)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0F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utils.py         decoders + detection logic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0F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raw_sniffer.py  from-scratch version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0F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0F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0F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.gitignore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0" y="1965960"/>
            <a:ext cx="502920" cy="50292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10" name="Image 0" descr="/home/claude/deck/icon_network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1559" y="2096719"/>
            <a:ext cx="241402" cy="24140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86600" y="182880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stays thin — just wiring: args, sniff(), the callback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0" y="3291840"/>
            <a:ext cx="502920" cy="50292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13" name="Image 1" descr="/home/claude/deck/icon_shield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559" y="342259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31546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utils.py holds every decoder and detector, unit-testable on its own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0" y="4617720"/>
            <a:ext cx="502920" cy="50292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16" name="Image 2" descr="/home/claude/deck/icon_check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559" y="474847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86600" y="448056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check later = new function in utils.py, one import in main.py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NETWORK SNIFFER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OUTPUT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line, seven facts.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10409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[11:39:44] </a:t>
            </a:r>
            <a:pPr indent="0" marL="0">
              <a:buNone/>
            </a:pPr>
            <a:r>
              <a:rPr lang="en-US" sz="1500" dirty="0">
                <a:solidFill>
                  <a:srgbClr val="00F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10.0.2.3</a:t>
            </a:r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-&gt; </a:t>
            </a:r>
            <a:pPr indent="0" marL="0">
              <a:buNone/>
            </a:pPr>
            <a:r>
              <a:rPr lang="en-US" sz="1500" dirty="0">
                <a:solidFill>
                  <a:srgbClr val="00F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13.69.116.105</a:t>
            </a:r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</a:t>
            </a:r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53526 -&gt; 443  |  flags=</a:t>
            </a:r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273552"/>
            <a:ext cx="128016" cy="128016"/>
          </a:xfrm>
          <a:prstGeom prst="ellipse">
            <a:avLst/>
          </a:prstGeom>
          <a:solidFill>
            <a:srgbClr val="00FF9C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108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— when it happened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3273552"/>
            <a:ext cx="128016" cy="128016"/>
          </a:xfrm>
          <a:prstGeom prst="ellipse">
            <a:avLst/>
          </a:prstGeom>
          <a:solidFill>
            <a:srgbClr val="00FF9C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3108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IP — who's talking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142232"/>
            <a:ext cx="128016" cy="128016"/>
          </a:xfrm>
          <a:prstGeom prst="ellipse">
            <a:avLst/>
          </a:prstGeom>
          <a:solidFill>
            <a:srgbClr val="00FF9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977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IP — who's listening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26480" y="4142232"/>
            <a:ext cx="128016" cy="128016"/>
          </a:xfrm>
          <a:prstGeom prst="ellipse">
            <a:avLst/>
          </a:prstGeom>
          <a:solidFill>
            <a:srgbClr val="00FF9C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3977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— TCP / UDP / ICMP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010912"/>
            <a:ext cx="128016" cy="128016"/>
          </a:xfrm>
          <a:prstGeom prst="ellipse">
            <a:avLst/>
          </a:prstGeom>
          <a:solidFill>
            <a:srgbClr val="00FF9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846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— 443 = HTTPS, 80 = HTTP, 53 = DNS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26480" y="5010912"/>
            <a:ext cx="128016" cy="128016"/>
          </a:xfrm>
          <a:prstGeom prst="ellipse">
            <a:avLst/>
          </a:prstGeom>
          <a:solidFill>
            <a:srgbClr val="00FF9C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4846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flags — the connection's life story: S → SA → A → ... → FA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lone ACK with an empty payload isn't a bug — it's TCP doing bookkeeping. Most of what you'll see is just politeness.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NETWORK SNIFFER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ENCRYPTED, BUT NOT ANONYMOUS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 hides the letter. Not the envelope.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10409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</a:t>
            </a:r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03 03 </a:t>
            </a:r>
            <a:pPr indent="0" marL="0">
              <a:buNone/>
            </a:pPr>
            <a:r>
              <a:rPr lang="en-US" sz="1500" b="1" dirty="0">
                <a:solidFill>
                  <a:srgbClr val="00F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00 62 </a:t>
            </a:r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8d0e5d78dc6349639fd76db4492ca8a1d7a63e0a87c87c0cb9b45…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(ApplicationData)      </a:t>
            </a:r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(TLS 1.2/1.3)      </a:t>
            </a:r>
            <a:pPr indent="0" marL="0">
              <a:buNone/>
            </a:pPr>
            <a:r>
              <a:rPr lang="en-US" sz="1000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(98 bytes)     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ciphertext — unreadable, as intended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5212080" cy="2834640"/>
          </a:xfrm>
          <a:prstGeom prst="roundRect">
            <a:avLst>
              <a:gd name="adj" fmla="val 3226"/>
            </a:avLst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520440"/>
            <a:ext cx="502920" cy="50292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9" name="Image 0" descr="/home/claude/deck/icon_search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3651199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35661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read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41148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5-byte TLS record header (type, version, length)
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name, in the ClientHello (SNI) — unencrypted
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queries — fully plaintext
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sizes and timing — traffic analysis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09360" y="3246120"/>
            <a:ext cx="5212080" cy="2834640"/>
          </a:xfrm>
          <a:prstGeom prst="roundRect">
            <a:avLst>
              <a:gd name="adj" fmla="val 3226"/>
            </a:avLst>
          </a:prstGeom>
          <a:solidFill>
            <a:srgbClr val="161B22"/>
          </a:solidFill>
          <a:ln/>
        </p:spPr>
      </p:sp>
      <p:sp>
        <p:nvSpPr>
          <p:cNvPr id="13" name="Shape 10"/>
          <p:cNvSpPr/>
          <p:nvPr/>
        </p:nvSpPr>
        <p:spPr>
          <a:xfrm>
            <a:off x="6583680" y="3520440"/>
            <a:ext cx="502920" cy="50292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14" name="Image 1" descr="/home/claude/deck/icon_lock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439" y="365119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23760" y="35661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hidden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583680" y="41148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message content
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Passwords, tokens, page content
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past that 5-byte header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NETWORK SNIFFER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F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--DETECT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the sniffer to raise an eyebrow.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48840"/>
            <a:ext cx="594360" cy="59436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6" name="Image 0" descr="/home/claude/deck/icon_skull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934" y="23033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credentials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29260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for password=, login=, etc. — real finding on any HTTP form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187452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148840"/>
            <a:ext cx="594360" cy="59436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11" name="Image 1" descr="/home/claude/deck/icon_warning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334" y="23033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/ port-443 mismatch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400800" y="29260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fake HTTPS — malware loves hiding on port 443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02336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297680"/>
            <a:ext cx="594360" cy="59436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16" name="Image 2" descr="/home/claude/deck/icon_dish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934" y="445221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343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DNS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14400" y="50749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or vowel-starved domains — classic DNS tunneling signature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26480" y="402336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4297680"/>
            <a:ext cx="594360" cy="59436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21" name="Image 3" descr="/home/claude/deck/icon_spy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5334" y="445221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343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 pattern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400800" y="50749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distinct ports from one host in 10s — nmap, basically caught red-handed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NETWORK SNIFFER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STORIES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good tool has scar tissue.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67128"/>
            <a:ext cx="685800" cy="68580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6" name="Image 0" descr="/home/claude/deck/icon_bug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" y="234543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84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828800" y="23500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check flagged every normal HTTPS record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480560" y="20116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splits one TLS record across several packets — only the first byte is meaningful
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per-connection tracker that remembers bytes still owed to the record in progress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338328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161B22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3675888"/>
            <a:ext cx="685800" cy="68580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12" name="Image 1" descr="/home/claude/deck/icon_bug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" y="385419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3493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picky detector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828800" y="38587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Port-scan check missed real nmap scans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480560" y="35204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demanded flags == "S" exactly — one stray bit from nmap's OS-fingerprinting broke the match
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a bitwise check: SYN bit on, ACK bit off — the actual definition, not a string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489204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161B22"/>
          </a:solidFill>
          <a:ln/>
        </p:spPr>
      </p:sp>
      <p:sp>
        <p:nvSpPr>
          <p:cNvPr id="17" name="Shape 13"/>
          <p:cNvSpPr/>
          <p:nvPr/>
        </p:nvSpPr>
        <p:spPr>
          <a:xfrm>
            <a:off x="914400" y="5184648"/>
            <a:ext cx="685800" cy="68580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18" name="Image 2" descr="/home/claude/deck/icon_bug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" y="5362956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5001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vanishing alert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828800" y="53675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alert fired... somewhere. Never found it.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480560" y="502920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Piping to grep silently buffers Python's output — the line was real, just never flushed
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python3 -u for unbuffered output, or just don't pipe it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NETWORK SNIFFER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THAT OUTLIVES THE TERMINAL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--pcap capture.pcap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005840" cy="100584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5" name="Image 0" descr="/home/claude/deck/icon_save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" y="227319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94560" y="2103120"/>
            <a:ext cx="9235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is the universal format for saved traffic — the same one Wireshark and tcpdump use. Every packet is written to disk as it's captured, not buffered to the end, so the file survives a Ctrl+C mid-capture.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34290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34440" y="34107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--pcap to save a session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40690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4069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34440" y="40507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--detect to save exactly what triggered an alert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47091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234440" y="469087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Wireshark for byte-level, color-coded inspection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53492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61B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234440" y="53309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as evidence for a report — or just to relive the glory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NETWORK SNIFFER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F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elbay@kali</a:t>
            </a:r>
            <a:pPr indent="0" marL="0">
              <a:buNone/>
            </a:pPr>
            <a:r>
              <a:rPr lang="en-US" sz="2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:~$ echo "thanks for watching"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Basic-Network-Sniffer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2026-07-24T11:25:49Z</dcterms:created>
  <dcterms:modified xsi:type="dcterms:W3CDTF">2026-07-24T11:25:49Z</dcterms:modified>
</cp:coreProperties>
</file>